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1282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 </a:t>
            </a:r>
            <a:r>
              <a:rPr/>
              <a:t>- </a:t>
            </a:r>
            <a:r>
              <a:rPr smtClean="0"/>
              <a:t>A</a:t>
            </a:r>
            <a:r>
              <a:rPr lang="en-IN" dirty="0" smtClean="0"/>
              <a:t>e</a:t>
            </a:r>
            <a:r>
              <a:rPr smtClean="0"/>
              <a:t>nexz Tech</a:t>
            </a:r>
            <a:r>
              <a:rPr lang="en-IN" dirty="0" smtClean="0"/>
              <a:t>-Responsible, user centered Web Development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a Modern E-Learning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2331" y="5696945"/>
            <a:ext cx="3690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Presented by:- Aryagoutam Jena </a:t>
            </a:r>
          </a:p>
          <a:p>
            <a:r>
              <a:rPr lang="en-IN" dirty="0" smtClean="0"/>
              <a:t>Date:- 23/09/2025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Aenexz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Tech?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Aenexz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 is a responsive e-learning platform designed to provide quality education accessible on any device.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Comprehensive Platform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offers organized courses, interactive lessons, and easy navigation for learners.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 Experience Focus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Learners get personalized access and progress tracking, while instructors have simple tools to create and manage courses.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smtClean="0">
                <a:latin typeface="Times New Roman" pitchFamily="18" charset="0"/>
                <a:cs typeface="Times New Roman" pitchFamily="18" charset="0"/>
              </a:rPr>
              <a:t>Overview Project </a:t>
            </a:r>
            <a:endParaRPr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Mobile-first responsive design with Bootstrap 5 ensures flawless viewing on any device.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Organized course catalog with clear, detailed descriptions for easy browsing.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Interactive lessons that actively engage learners for better retention.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latin typeface="Times New Roman" pitchFamily="18" charset="0"/>
                <a:cs typeface="Times New Roman" pitchFamily="18" charset="0"/>
              </a:rPr>
              <a:t>Core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User Registration &amp; Secure Login: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Ensures safe access with strong password policies, encryption, and optional multi-factor authentication, protecting user accounts from unauthorized access.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Instructor Application Process: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Streamlined registration with form validation to simplify educator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onboarding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and ensure data accuracy.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Contact Support: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Provides direct, easy communication channels for users to get help, report issues, and share feedback, enhancing overall platform experience.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>
                <a:latin typeface="Times New Roman" pitchFamily="18" charset="0"/>
                <a:cs typeface="Times New Roman" pitchFamily="18" charset="0"/>
              </a:rPr>
              <a:t>User Experience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HTML5: Provides semantic, well-structured markup for accessible and organized content.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CSS3: Adds styling and smooth animations, enhancing visual appeal and user experience.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Bootstrap 5: Offers a mobile-first responsive grid system and ready-made components ensuring consistent design across devices.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JavaScript: Powers dynamic interactions, form validations, and rich user engagement on the platform.</a:t>
            </a:r>
          </a:p>
          <a:p>
            <a:pPr>
              <a:buNone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smtClean="0"/>
              <a:t/>
            </a:r>
            <a:br>
              <a:rPr smtClean="0"/>
            </a:br>
            <a:r>
              <a:rPr b="1" smtClean="0">
                <a:latin typeface="Times New Roman" pitchFamily="18" charset="0"/>
                <a:cs typeface="Times New Roman" pitchFamily="18" charset="0"/>
              </a:rPr>
              <a:t>Technology Stack</a:t>
            </a:r>
            <a:endParaRPr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Mobile-First Approach: Design starting with smartphones to prioritize essential content and smooth navigation for small screens.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Seamless Adaptation: The layout adjusts fluidly across smartphones, tablets, and desktops for consistent user experience.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Maximizes Accessibility: Ensures all users, regardless of device, can easily access and engage with the platform content, improving reach and satisfaction.</a:t>
            </a:r>
          </a:p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mtClean="0"/>
              <a:t/>
            </a:r>
            <a:br>
              <a:rPr smtClean="0"/>
            </a:br>
            <a:r>
              <a:rPr b="1" smtClean="0"/>
              <a:t>Responsive Design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Prerequisites: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modern web browser (Chrome, Firefox, Safari, Edge) and basic knowledge of HTML, CSS, and JavaScript are essential to begin development.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Development Tools: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Popular code editors like Visual Studio Code or Sublime Text are used to write, organize, and test code efficiently with helpful features like syntax highlighting and extensions.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mtClean="0"/>
              <a:t/>
            </a:r>
            <a:br>
              <a:rPr smtClean="0"/>
            </a:br>
            <a:r>
              <a:rPr b="1" smtClean="0">
                <a:latin typeface="Times New Roman" pitchFamily="18" charset="0"/>
                <a:cs typeface="Times New Roman" pitchFamily="18" charset="0"/>
              </a:rPr>
              <a:t>Getting Started</a:t>
            </a:r>
            <a:endParaRPr b="1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Accessible Quality Education: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Enables learners from any location to access high-quality courses anytime, breaking geographical and time barriers.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Support for Instructors: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Provides easy tools for educators to share their expertise, create courses, and reach a wider audience effectively.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Enhanced Learning Experience: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Utilizes technology like multimedia content and interactive tools to keep learners engaged, improving retention and satisfaction.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mtClean="0"/>
              <a:t/>
            </a:r>
            <a:br>
              <a:rPr smtClean="0"/>
            </a:br>
            <a:r>
              <a:rPr b="1" smtClean="0">
                <a:latin typeface="Times New Roman" pitchFamily="18" charset="0"/>
                <a:cs typeface="Times New Roman" pitchFamily="18" charset="0"/>
              </a:rPr>
              <a:t>Project Benefits &amp; Impact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Summary of Platform Advantages: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Aenexz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Tech offers accessible, flexible, and personalized learning, empowering learners worldwide while providing instructors with easy-to-use tools to deliver quality education.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Invitation to Explore or Contribute: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Encourages users and educators to explore the platform’s features, enroll in courses, or contribute by creating and sharing their own content.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Q&amp;A: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Opens the floor for questions and discussions to clarify and engage the audience further.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mtClean="0"/>
              <a:t/>
            </a:r>
            <a:br>
              <a:rPr smtClean="0"/>
            </a:br>
            <a:r>
              <a:rPr b="1" smtClean="0">
                <a:latin typeface="Times New Roman" pitchFamily="18" charset="0"/>
                <a:cs typeface="Times New Roman" pitchFamily="18" charset="0"/>
              </a:rPr>
              <a:t>Conclusion 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98143" y="2523855"/>
            <a:ext cx="43477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7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29</TotalTime>
  <Words>97</Words>
  <Application>Microsoft Macintosh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Paper</vt:lpstr>
      <vt:lpstr>Building a Modern E-Learning Platform</vt:lpstr>
      <vt:lpstr>Overview Project </vt:lpstr>
      <vt:lpstr>Core Features</vt:lpstr>
      <vt:lpstr>User Experience Features</vt:lpstr>
      <vt:lpstr>         Technology Stack</vt:lpstr>
      <vt:lpstr> Responsive Design</vt:lpstr>
      <vt:lpstr> Getting Started</vt:lpstr>
      <vt:lpstr> Project Benefits &amp; Impact</vt:lpstr>
      <vt:lpstr> Conclusion </vt:lpstr>
      <vt:lpstr>Slide 10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Modern E-Learning Platform</dc:title>
  <dc:creator>Aryagoutam Jena</dc:creator>
  <dc:description>generated using python-pptx</dc:description>
  <cp:lastModifiedBy>Aryagoutam Jena</cp:lastModifiedBy>
  <cp:revision>2</cp:revision>
  <dcterms:created xsi:type="dcterms:W3CDTF">2013-01-27T09:14:16Z</dcterms:created>
  <dcterms:modified xsi:type="dcterms:W3CDTF">2025-09-23T10:27:12Z</dcterms:modified>
</cp:coreProperties>
</file>